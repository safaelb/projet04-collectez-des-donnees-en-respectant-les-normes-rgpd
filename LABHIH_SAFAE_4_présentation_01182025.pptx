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44731" y="583474"/>
            <a:ext cx="9379132" cy="3467362"/>
          </a:xfrm>
        </p:spPr>
        <p:txBody>
          <a:bodyPr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Mise en conformité RGPD : Sécurisation et anonymisation des données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fr-FR" b="1" dirty="0"/>
              <a:t>Mise en conformité RGPD et sécurisation des données chez </a:t>
            </a:r>
            <a:endParaRPr lang="fr-FR" b="1" dirty="0" smtClean="0"/>
          </a:p>
          <a:p>
            <a:pPr algn="ctr"/>
            <a:r>
              <a:rPr lang="fr-FR" b="1" dirty="0" smtClean="0"/>
              <a:t>Dev’Immédiat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612955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6374" y="1123406"/>
            <a:ext cx="8596668" cy="748937"/>
          </a:xfrm>
        </p:spPr>
        <p:txBody>
          <a:bodyPr/>
          <a:lstStyle/>
          <a:p>
            <a:pPr algn="ctr"/>
            <a:r>
              <a:rPr lang="fr-FR" dirty="0" smtClean="0"/>
              <a:t>Contexte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27597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📌 </a:t>
            </a:r>
            <a:r>
              <a:rPr lang="fr-FR" b="1" dirty="0"/>
              <a:t>Pourquoi cette mission ?</a:t>
            </a:r>
            <a:endParaRPr lang="fr-FR" dirty="0"/>
          </a:p>
          <a:p>
            <a:pPr lvl="0"/>
            <a:endParaRPr lang="fr-FR" dirty="0" smtClean="0"/>
          </a:p>
          <a:p>
            <a:pPr lvl="0"/>
            <a:r>
              <a:rPr lang="fr-FR" dirty="0" smtClean="0"/>
              <a:t>Sanction </a:t>
            </a:r>
            <a:r>
              <a:rPr lang="fr-FR" dirty="0"/>
              <a:t>CNIL → nécessité de mise en </a:t>
            </a:r>
            <a:r>
              <a:rPr lang="fr-FR" dirty="0" smtClean="0"/>
              <a:t>conformité.</a:t>
            </a:r>
            <a:endParaRPr lang="fr-FR" dirty="0"/>
          </a:p>
          <a:p>
            <a:pPr lvl="0"/>
            <a:endParaRPr lang="fr-FR" dirty="0" smtClean="0"/>
          </a:p>
          <a:p>
            <a:pPr lvl="0"/>
            <a:r>
              <a:rPr lang="fr-FR" dirty="0" smtClean="0"/>
              <a:t>Protection </a:t>
            </a:r>
            <a:r>
              <a:rPr lang="fr-FR" dirty="0"/>
              <a:t>des données des </a:t>
            </a:r>
            <a:r>
              <a:rPr lang="fr-FR" dirty="0" smtClean="0"/>
              <a:t>clients.</a:t>
            </a:r>
            <a:endParaRPr lang="fr-FR" dirty="0"/>
          </a:p>
          <a:p>
            <a:endParaRPr lang="fr-FR" dirty="0" smtClean="0"/>
          </a:p>
          <a:p>
            <a:r>
              <a:rPr lang="fr-FR" dirty="0" smtClean="0"/>
              <a:t>Sensibilisation </a:t>
            </a:r>
            <a:r>
              <a:rPr lang="fr-FR" dirty="0"/>
              <a:t>et renforcement des bonnes </a:t>
            </a:r>
            <a:r>
              <a:rPr lang="fr-FR" dirty="0" smtClean="0"/>
              <a:t>pratiques.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4411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Objectifs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33867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📌 </a:t>
            </a:r>
            <a:r>
              <a:rPr lang="fr-FR" b="1" dirty="0"/>
              <a:t>Nos priorités :</a:t>
            </a:r>
            <a:r>
              <a:rPr lang="fr-FR" dirty="0"/>
              <a:t/>
            </a:r>
            <a:br>
              <a:rPr lang="fr-FR" dirty="0"/>
            </a:b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✔ </a:t>
            </a:r>
            <a:r>
              <a:rPr lang="fr-FR" dirty="0"/>
              <a:t>Assurer la conformité </a:t>
            </a:r>
            <a:r>
              <a:rPr lang="fr-FR" dirty="0" smtClean="0"/>
              <a:t>RGPD.</a:t>
            </a:r>
            <a:r>
              <a:rPr lang="fr-FR" dirty="0"/>
              <a:t/>
            </a:r>
            <a:br>
              <a:rPr lang="fr-FR" dirty="0"/>
            </a:b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✔ </a:t>
            </a:r>
            <a:r>
              <a:rPr lang="fr-FR" dirty="0"/>
              <a:t>Sécuriser et anonymiser les </a:t>
            </a:r>
            <a:r>
              <a:rPr lang="fr-FR" dirty="0" smtClean="0"/>
              <a:t>données.</a:t>
            </a:r>
            <a:r>
              <a:rPr lang="fr-FR" dirty="0"/>
              <a:t/>
            </a:r>
            <a:br>
              <a:rPr lang="fr-FR" dirty="0"/>
            </a:b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✔ </a:t>
            </a:r>
            <a:r>
              <a:rPr lang="fr-FR" dirty="0"/>
              <a:t>Améliorer les pratiques </a:t>
            </a:r>
            <a:r>
              <a:rPr lang="fr-FR" dirty="0" smtClean="0"/>
              <a:t>internes.</a:t>
            </a:r>
            <a:r>
              <a:rPr lang="fr-FR" dirty="0"/>
              <a:t/>
            </a:r>
            <a:br>
              <a:rPr lang="fr-FR" dirty="0"/>
            </a:b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✔ </a:t>
            </a:r>
            <a:r>
              <a:rPr lang="fr-FR" dirty="0"/>
              <a:t>Lever la sanction et prévenir les risques </a:t>
            </a:r>
            <a:r>
              <a:rPr lang="fr-FR" dirty="0" smtClean="0"/>
              <a:t>futurs.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5943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Présentation des </a:t>
            </a:r>
            <a:r>
              <a:rPr lang="fr-FR" dirty="0" smtClean="0"/>
              <a:t>données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/>
              <a:t>Colonnes </a:t>
            </a:r>
            <a:r>
              <a:rPr lang="fr-FR" b="1" dirty="0"/>
              <a:t>supprimées</a:t>
            </a:r>
            <a:r>
              <a:rPr lang="fr-FR" dirty="0"/>
              <a:t> : </a:t>
            </a:r>
            <a:r>
              <a:rPr lang="de-DE" dirty="0"/>
              <a:t>`metier`, `employeur`, `num_ss`, `groupe_sanguin`, `id_site_web`, `nom`, `email`, `valeur_residence_prin`, `formation`, `lat`, `lon`,`etat_dossier`,`adresse</a:t>
            </a:r>
            <a:r>
              <a:rPr lang="de-DE" dirty="0" smtClean="0"/>
              <a:t>`.</a:t>
            </a:r>
          </a:p>
          <a:p>
            <a:r>
              <a:rPr lang="de-DE" b="1" dirty="0" smtClean="0"/>
              <a:t>Colonnes conservées :</a:t>
            </a:r>
            <a:r>
              <a:rPr lang="de-DE" dirty="0" smtClean="0"/>
              <a:t>`</a:t>
            </a:r>
            <a:r>
              <a:rPr lang="de-DE" dirty="0"/>
              <a:t>sexe`, `usage_vehicule`, `type_vehicule`, `est_rouge</a:t>
            </a:r>
            <a:r>
              <a:rPr lang="de-DE" dirty="0" smtClean="0"/>
              <a:t>`,`</a:t>
            </a:r>
            <a:r>
              <a:rPr lang="de-DE" dirty="0"/>
              <a:t>points_perdus</a:t>
            </a:r>
            <a:r>
              <a:rPr lang="de-DE" dirty="0" smtClean="0"/>
              <a:t>`,age_vehicule`,`</a:t>
            </a:r>
            <a:r>
              <a:rPr lang="de-DE" dirty="0"/>
              <a:t>type_conduite`,`date_demande`,`formule`, `date_naissance`, `enfants`, `id_client`, `enfants_conduite`, `revenus`, `tarifs_devis.</a:t>
            </a:r>
            <a:endParaRPr lang="fr-FR" dirty="0"/>
          </a:p>
          <a:p>
            <a:endParaRPr lang="fr-FR" dirty="0"/>
          </a:p>
          <a:p>
            <a:r>
              <a:rPr lang="fr-FR" b="1" dirty="0" smtClean="0"/>
              <a:t>Colonnes </a:t>
            </a:r>
            <a:r>
              <a:rPr lang="fr-FR" b="1" dirty="0"/>
              <a:t>anonymisées</a:t>
            </a:r>
            <a:r>
              <a:rPr lang="fr-FR" dirty="0"/>
              <a:t> </a:t>
            </a:r>
            <a:r>
              <a:rPr lang="fr-FR" dirty="0" smtClean="0"/>
              <a:t>: ID client, date de naissance → âge, revenus en tranches de revenus , tarifs devis en tranche devis , enfant , enfant conduite.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1315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Rappel des recommandations RGPD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📌 </a:t>
            </a:r>
            <a:r>
              <a:rPr lang="fr-FR" b="1" dirty="0"/>
              <a:t>Principes clés 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  <a:p>
            <a:pPr marL="0" indent="0">
              <a:buNone/>
            </a:pPr>
            <a:r>
              <a:rPr lang="fr-FR" dirty="0" smtClean="0"/>
              <a:t>✔ </a:t>
            </a:r>
            <a:r>
              <a:rPr lang="fr-FR" dirty="0"/>
              <a:t>Minimisation des données collectées</a:t>
            </a:r>
            <a:br>
              <a:rPr lang="fr-FR" dirty="0"/>
            </a:b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✔ </a:t>
            </a:r>
            <a:r>
              <a:rPr lang="fr-FR" dirty="0"/>
              <a:t>Transparence et droits des utilisateurs</a:t>
            </a:r>
            <a:br>
              <a:rPr lang="fr-FR" dirty="0"/>
            </a:b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✔ </a:t>
            </a:r>
            <a:r>
              <a:rPr lang="fr-FR" dirty="0"/>
              <a:t>Sécurisation et anonymisation</a:t>
            </a:r>
            <a:br>
              <a:rPr lang="fr-FR" dirty="0"/>
            </a:b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✔ </a:t>
            </a:r>
            <a:r>
              <a:rPr lang="fr-FR" dirty="0"/>
              <a:t>Limitation de la durée de conservation</a:t>
            </a:r>
          </a:p>
        </p:txBody>
      </p:sp>
    </p:spTree>
    <p:extLst>
      <p:ext uri="{BB962C8B-B14F-4D97-AF65-F5344CB8AC3E}">
        <p14:creationId xmlns:p14="http://schemas.microsoft.com/office/powerpoint/2010/main" val="3974120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Transformations réalisées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315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📌 </a:t>
            </a:r>
            <a:r>
              <a:rPr lang="fr-FR" b="1" dirty="0"/>
              <a:t>Principales transformations :</a:t>
            </a:r>
            <a:r>
              <a:rPr lang="fr-FR" dirty="0"/>
              <a:t/>
            </a:r>
            <a:br>
              <a:rPr lang="fr-FR" dirty="0"/>
            </a:b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✔ </a:t>
            </a:r>
            <a:r>
              <a:rPr lang="fr-FR" dirty="0"/>
              <a:t>ID anonymisés (ex: ID_1, ID_2…)</a:t>
            </a:r>
            <a:br>
              <a:rPr lang="fr-FR" dirty="0"/>
            </a:b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✔ </a:t>
            </a:r>
            <a:r>
              <a:rPr lang="fr-FR" dirty="0"/>
              <a:t>Regroupement des revenus en tranches</a:t>
            </a:r>
            <a:br>
              <a:rPr lang="fr-FR" dirty="0"/>
            </a:b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✔ </a:t>
            </a:r>
            <a:r>
              <a:rPr lang="fr-FR" dirty="0"/>
              <a:t>Suppression des informations sensibles</a:t>
            </a:r>
            <a:br>
              <a:rPr lang="fr-FR" dirty="0"/>
            </a:br>
            <a:endParaRPr lang="fr-FR" dirty="0" smtClean="0"/>
          </a:p>
          <a:p>
            <a:pPr marL="0" indent="0">
              <a:buNone/>
            </a:pPr>
            <a:r>
              <a:rPr lang="fr-FR" dirty="0"/>
              <a:t> ✔ </a:t>
            </a:r>
            <a:r>
              <a:rPr lang="fr-FR" dirty="0" smtClean="0"/>
              <a:t>Regroupement </a:t>
            </a:r>
            <a:r>
              <a:rPr lang="fr-FR" dirty="0"/>
              <a:t>des </a:t>
            </a:r>
            <a:r>
              <a:rPr lang="fr-FR" dirty="0" smtClean="0"/>
              <a:t>devis </a:t>
            </a:r>
            <a:r>
              <a:rPr lang="fr-FR" dirty="0"/>
              <a:t>en </a:t>
            </a:r>
            <a:r>
              <a:rPr lang="fr-FR" dirty="0" smtClean="0"/>
              <a:t>tranches</a:t>
            </a:r>
          </a:p>
          <a:p>
            <a:pPr marL="0" indent="0">
              <a:buNone/>
            </a:pPr>
            <a:r>
              <a:rPr lang="fr-FR" dirty="0"/>
              <a:t> 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✔ Anonymiser le nombre enfant et enfant conduite par oui ou non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2893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Requête SQL et résultats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2" y="2081350"/>
            <a:ext cx="4843372" cy="3960012"/>
          </a:xfrm>
        </p:spPr>
      </p:pic>
      <p:sp>
        <p:nvSpPr>
          <p:cNvPr id="6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5521234" y="2949889"/>
            <a:ext cx="4576545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📌</a:t>
            </a: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Requête utilisée :</a:t>
            </a:r>
            <a:endParaRPr kumimoji="0" lang="en-US" altLang="fr-F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SELECT *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FROM </a:t>
            </a:r>
            <a:r>
              <a:rPr kumimoji="0" lang="en-US" altLang="fr-F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base_client</a:t>
            </a:r>
            <a:r>
              <a:rPr kumimoji="0" lang="en-US" altLang="fr-F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WHERE </a:t>
            </a:r>
            <a:r>
              <a:rPr kumimoji="0" lang="en-US" altLang="fr-F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strftime</a:t>
            </a:r>
            <a:r>
              <a:rPr kumimoji="0" lang="en-US" altLang="fr-F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('%Y', </a:t>
            </a:r>
            <a:r>
              <a:rPr kumimoji="0" lang="en-US" altLang="fr-F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date_demande</a:t>
            </a:r>
            <a:r>
              <a:rPr kumimoji="0" lang="en-US" altLang="fr-F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) = '2022'  </a:t>
            </a:r>
            <a:r>
              <a:rPr kumimoji="0" lang="fr-FR" altLang="fr-F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AND </a:t>
            </a:r>
            <a:r>
              <a:rPr kumimoji="0" lang="fr-FR" altLang="fr-F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etat_dossier</a:t>
            </a:r>
            <a:r>
              <a:rPr kumimoji="0" lang="fr-FR" altLang="fr-F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= 'complet';  </a:t>
            </a: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40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Captures des transformations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90546" y="1411652"/>
            <a:ext cx="8596668" cy="5128485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📌 </a:t>
            </a:r>
            <a:r>
              <a:rPr lang="fr-FR" b="1" dirty="0"/>
              <a:t>Exemple 1 : Anonymisation des identifiants clients</a:t>
            </a:r>
            <a:r>
              <a:rPr lang="fr-FR" dirty="0"/>
              <a:t/>
            </a:r>
            <a:br>
              <a:rPr lang="fr-FR" dirty="0"/>
            </a:b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smtClean="0"/>
              <a:t>📌 </a:t>
            </a:r>
            <a:r>
              <a:rPr lang="fr-FR" b="1" dirty="0"/>
              <a:t>Exemple 2 : </a:t>
            </a:r>
            <a:r>
              <a:rPr lang="fr-FR" b="1" dirty="0" smtClean="0"/>
              <a:t>anonymisation date de naissance 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542" y="1411652"/>
            <a:ext cx="2762636" cy="233402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539" y="3975894"/>
            <a:ext cx="2908463" cy="280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20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Conclusion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📌 </a:t>
            </a:r>
            <a:r>
              <a:rPr lang="fr-FR" b="1" dirty="0"/>
              <a:t>Résultats :</a:t>
            </a:r>
            <a:r>
              <a:rPr lang="fr-FR" dirty="0"/>
              <a:t/>
            </a:r>
            <a:br>
              <a:rPr lang="fr-FR" dirty="0"/>
            </a:b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✔ </a:t>
            </a:r>
            <a:r>
              <a:rPr lang="fr-FR" dirty="0"/>
              <a:t>Conformité assurée</a:t>
            </a:r>
            <a:br>
              <a:rPr lang="fr-FR" dirty="0"/>
            </a:br>
            <a:r>
              <a:rPr lang="fr-FR" dirty="0" smtClean="0"/>
              <a:t>✔ </a:t>
            </a:r>
            <a:r>
              <a:rPr lang="fr-FR" dirty="0"/>
              <a:t>Sanction levée</a:t>
            </a:r>
            <a:br>
              <a:rPr lang="fr-FR" dirty="0"/>
            </a:br>
            <a:r>
              <a:rPr lang="fr-FR" dirty="0" smtClean="0"/>
              <a:t>✔ </a:t>
            </a:r>
            <a:r>
              <a:rPr lang="fr-FR" dirty="0"/>
              <a:t>Processus renforcés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📌 </a:t>
            </a:r>
            <a:r>
              <a:rPr lang="fr-FR" b="1" dirty="0"/>
              <a:t>Prochaines étapes :</a:t>
            </a:r>
            <a:r>
              <a:rPr lang="fr-FR" dirty="0"/>
              <a:t/>
            </a:r>
            <a:br>
              <a:rPr lang="fr-FR" dirty="0"/>
            </a:b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✔ </a:t>
            </a:r>
            <a:r>
              <a:rPr lang="fr-FR" dirty="0"/>
              <a:t>Sensibilisation des équipes</a:t>
            </a:r>
            <a:br>
              <a:rPr lang="fr-FR" dirty="0"/>
            </a:br>
            <a:r>
              <a:rPr lang="fr-FR" dirty="0"/>
              <a:t>✔ Automatisation de certaines tâches</a:t>
            </a:r>
            <a:br>
              <a:rPr lang="fr-FR" dirty="0"/>
            </a:br>
            <a:r>
              <a:rPr lang="fr-FR" dirty="0"/>
              <a:t>✔ Surveillance continue des pratiques</a:t>
            </a:r>
          </a:p>
        </p:txBody>
      </p:sp>
    </p:spTree>
    <p:extLst>
      <p:ext uri="{BB962C8B-B14F-4D97-AF65-F5344CB8AC3E}">
        <p14:creationId xmlns:p14="http://schemas.microsoft.com/office/powerpoint/2010/main" val="42538995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1495</TotalTime>
  <Words>224</Words>
  <Application>Microsoft Office PowerPoint</Application>
  <PresentationFormat>Grand écran</PresentationFormat>
  <Paragraphs>57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7" baseType="lpstr">
      <vt:lpstr>Arial Unicode MS</vt:lpstr>
      <vt:lpstr>Arial</vt:lpstr>
      <vt:lpstr>Courier New</vt:lpstr>
      <vt:lpstr>Segoe UI Symbol</vt:lpstr>
      <vt:lpstr>Times New Roman</vt:lpstr>
      <vt:lpstr>Trebuchet MS</vt:lpstr>
      <vt:lpstr>Wingdings 3</vt:lpstr>
      <vt:lpstr>Facette</vt:lpstr>
      <vt:lpstr>Mise en conformité RGPD : Sécurisation et anonymisation des données</vt:lpstr>
      <vt:lpstr>Contexte</vt:lpstr>
      <vt:lpstr>Objectifs</vt:lpstr>
      <vt:lpstr>Présentation des données</vt:lpstr>
      <vt:lpstr>Rappel des recommandations RGPD</vt:lpstr>
      <vt:lpstr>Transformations réalisées </vt:lpstr>
      <vt:lpstr>Requête SQL et résultats</vt:lpstr>
      <vt:lpstr>Captures des transformations</vt:lpstr>
      <vt:lpstr>Conclusion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Mise en conformité RGPD : Sécurisation et anonymisation des données</dc:title>
  <dc:creator>labhih safae</dc:creator>
  <cp:lastModifiedBy>labhih safae</cp:lastModifiedBy>
  <cp:revision>9</cp:revision>
  <dcterms:created xsi:type="dcterms:W3CDTF">2025-01-30T16:05:50Z</dcterms:created>
  <dcterms:modified xsi:type="dcterms:W3CDTF">2025-01-31T17:01:31Z</dcterms:modified>
</cp:coreProperties>
</file>